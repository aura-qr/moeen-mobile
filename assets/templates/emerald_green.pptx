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" y="274320"/>
            <a:ext cx="11494008" cy="6309360"/>
          </a:xfrm>
          <a:prstGeom prst="roundRect">
            <a:avLst>
              <a:gd name="adj" fmla="val 2609"/>
            </a:avLst>
          </a:prstGeom>
          <a:solidFill>
            <a:srgbClr val="FFFFFF">
              <a:alpha val="46000"/>
            </a:srgbClr>
          </a:solidFill>
          <a:ln w="1524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513832" y="658368"/>
            <a:ext cx="1170432" cy="1170432"/>
          </a:xfrm>
          <a:prstGeom prst="roundRect">
            <a:avLst>
              <a:gd name="adj" fmla="val 12500"/>
            </a:avLst>
          </a:prstGeom>
          <a:solidFill>
            <a:srgbClr val="075244"/>
          </a:solidFill>
          <a:ln w="12700">
            <a:solidFill>
              <a:srgbClr val="075244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4728" y="987552"/>
            <a:ext cx="54864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257800" y="2039112"/>
            <a:ext cx="1682496" cy="356616"/>
          </a:xfrm>
          <a:prstGeom prst="roundRect">
            <a:avLst>
              <a:gd name="adj" fmla="val 20513"/>
            </a:avLst>
          </a:prstGeom>
          <a:solidFill>
            <a:srgbClr val="EAF7F2">
              <a:alpha val="95000"/>
            </a:srgbClr>
          </a:solidFill>
          <a:ln w="12700">
            <a:solidFill>
              <a:srgbClr val="EAF7F2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257800" y="21122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752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عرض تعليمي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2432304"/>
            <a:ext cx="9966960" cy="157276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266280" y="434340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339432" y="446227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C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اللغة الإنجليزية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5090008" y="434340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163160" y="446227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C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الصف الأول المتوسط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913736" y="434340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986888" y="446227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6B7C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What's That?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114800" y="589788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 إنشاؤه بواسطة منصة حضّر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384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E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التعلم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082528" y="411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82528" y="493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and identify common objects through listening activities.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3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45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listening skills by focusing on object names and descriptions.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3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45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speaking by discussing objects with a partner.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13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5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vocabulary related to everyday items and places.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285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317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9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confidence in asking and answering questions about objects.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285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17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9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descriptive language to explain what objects are and their uses.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285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17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9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cooperatively in pairs to complete speaking tasks.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285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17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49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listening and speaking skills in real-life contexts.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857232" y="1417320"/>
            <a:ext cx="1600200" cy="4526280"/>
          </a:xfrm>
          <a:prstGeom prst="roundRect">
            <a:avLst>
              <a:gd name="adj" fmla="val 6857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0" y="2487168"/>
            <a:ext cx="841248" cy="84124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96696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التعلم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02920" y="6510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 •  1 / 10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EAF7F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384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E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for Object Names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082528" y="411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82528" y="493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carefully to the audio describing different objects.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45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key words that identify the object clearly.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3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45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common objects such as 'book', 'pen', 'chair', and 'bag'.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3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5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pronunciation of each object name.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3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45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context in which the object is used.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285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17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9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objects by their sounds and descriptions.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285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17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9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repeating the object names aloud after listening.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285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17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49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visual clues from pictures to support understanding.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285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317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49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between similar sounding object names.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285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317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9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attention to the speaker’s tone and emphasis.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9857232" y="1417320"/>
            <a:ext cx="1600200" cy="4526280"/>
          </a:xfrm>
          <a:prstGeom prst="roundRect">
            <a:avLst>
              <a:gd name="adj" fmla="val 6857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0" y="2487168"/>
            <a:ext cx="841248" cy="8412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96696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02920" y="6510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 •  2 / 10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EAF7F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384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E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Objects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082528" y="411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82528" y="493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simple adjectives to describe objects, such as 'big', 'small', 'red', or 'round'.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45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purpose of the object in one or two sentences.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3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45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using phrases like 'It is used for...' or 'You can find it in...'.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3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5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compare objects using 'bigger than' or 'smaller than'.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3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45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prepositions to describe object location, e.g., 'on the table'.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285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17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9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about objects, such as 'What is this?' or 'Where is it?'.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285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17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9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correct sentence structure when describing objects.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285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17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49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vocabulary by learning synonyms for common objects.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285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317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49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describing objects in pairs to improve fluency.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285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317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9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partner’s descriptions and ask follow-up questions.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9857232" y="1417320"/>
            <a:ext cx="1600200" cy="4526280"/>
          </a:xfrm>
          <a:prstGeom prst="roundRect">
            <a:avLst>
              <a:gd name="adj" fmla="val 6857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0" y="2487168"/>
            <a:ext cx="841248" cy="8412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96696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02920" y="6510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 •  3 / 10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EAF7F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384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E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Work: Asking and Answering Questions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082528" y="411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82528" y="493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a partner to practice asking about objects.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45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question forms like 'What is this?' and 'Where is it?'.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3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45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questions clearly using full sentences.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3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5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turns being the questioner and the answerer.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3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45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polite expressions such as 'Please' and 'Thank you'.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285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17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9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pronunciation and intonation during speaking.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285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17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9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 each other to speak more and use new vocabulary.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285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17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49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gestures and pointing to support communication.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285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317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49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listening carefully to your partner’s answers.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285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317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9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feedback to each other to improve speaking skills.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9857232" y="1417320"/>
            <a:ext cx="1600200" cy="4526280"/>
          </a:xfrm>
          <a:prstGeom prst="roundRect">
            <a:avLst>
              <a:gd name="adj" fmla="val 6857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0" y="2487168"/>
            <a:ext cx="841248" cy="8412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96696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02920" y="6510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 •  4 / 10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EAF7F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384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E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تطبيقي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Dialogue: Asking About an Object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082528" y="411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82528" y="493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2148840" cy="4343400"/>
          </a:xfrm>
          <a:prstGeom prst="roundRect">
            <a:avLst>
              <a:gd name="adj" fmla="val 5106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5880" y="2057400"/>
            <a:ext cx="868680" cy="868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108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تطبيقي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090672" y="1417320"/>
            <a:ext cx="406908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4885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55264" y="1490472"/>
            <a:ext cx="35021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A: 'What is this?' (pointing to a pen)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090672" y="2212848"/>
            <a:ext cx="406908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4885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55264" y="2286000"/>
            <a:ext cx="35021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B: 'It is a pen. We use it to write.'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090672" y="3008376"/>
            <a:ext cx="406908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4885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55264" y="3081528"/>
            <a:ext cx="35021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A: 'Where do you usually find a pen?'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090672" y="3803904"/>
            <a:ext cx="406908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4885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55264" y="3877056"/>
            <a:ext cx="35021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B: 'You can find it in a pencil case or on a desk.'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388352" y="1417320"/>
            <a:ext cx="406908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1465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52944" y="1490472"/>
            <a:ext cx="35021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A: 'Is it bigger than a pencil?'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388352" y="2212848"/>
            <a:ext cx="406908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1465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552944" y="2286000"/>
            <a:ext cx="35021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B: 'No, it is usually the same size or a little smaller.'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7388352" y="3008376"/>
            <a:ext cx="406908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1465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552944" y="3081528"/>
            <a:ext cx="35021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 repeats the new words: 'pen', 'write', 'pencil case', 'desk'.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7388352" y="3803904"/>
            <a:ext cx="406908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1465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552944" y="3877056"/>
            <a:ext cx="35021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students practice the dialogue twice to improve fluency.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502920" y="6510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 •  5 / 10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EAF7F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384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E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Objects Vocabulary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082528" y="411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82528" y="493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names of everyday classroom objects: book, notebook, ruler, eraser.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45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objects found at home: chair, table, lamp, clock.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3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45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objects related to school supplies: backpack, pencil, sharpener.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3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5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use of each object in daily life.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3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45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spelling and pronunciation of each object name.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285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17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9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objects by categories such as furniture, stationery, and electronics.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285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17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9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pictures and real objects to reinforce vocabulary.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285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17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49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simple sentences with new vocabulary words.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285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317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49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vocabulary regularly to improve retention.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285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317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9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flashcards or games to practice object names.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9857232" y="1417320"/>
            <a:ext cx="1600200" cy="4526280"/>
          </a:xfrm>
          <a:prstGeom prst="roundRect">
            <a:avLst>
              <a:gd name="adj" fmla="val 6857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0" y="2487168"/>
            <a:ext cx="841248" cy="8412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96696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02920" y="6510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 •  6 / 10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EAF7F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384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E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Strategies for Better Understanding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082528" y="411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82528" y="493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keywords and phrases rather than every word.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45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what the speaker might say based on context.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3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45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visual aids like pictures to support comprehension.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3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5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for tone and emphasis to understand meaning.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3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45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notes of important words during listening.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285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17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9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repetition or clarification if needed.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285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17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9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active listening by summarizing what you hear.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285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17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49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getting stuck on unknown words; focus on overall meaning.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285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317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49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listening regularly to improve skill over time.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285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317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9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listening content with classmates to deepen understanding.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9857232" y="1417320"/>
            <a:ext cx="1600200" cy="4526280"/>
          </a:xfrm>
          <a:prstGeom prst="roundRect">
            <a:avLst>
              <a:gd name="adj" fmla="val 6857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0" y="2487168"/>
            <a:ext cx="841248" cy="8412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96696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02920" y="6510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 •  7 / 10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EAF7F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384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E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Tips for Pair Work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082528" y="411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82528" y="493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clearly and at a moderate pace.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45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simple sentences to express ideas.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3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45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carefully to your partner before responding.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3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5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 your partner by nodding and smiling.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3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45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to keep the conversation going.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285232" y="14173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177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9824" y="1490472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new vocabulary words learned in class.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285232" y="2212848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177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9824" y="2286000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mistakes gently and help each other improve.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285232" y="3008376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177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49824" y="3081528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pronunciation of difficult words together.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285232" y="3803904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3177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49824" y="3877056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turns speaking to give equal opportunity.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285232" y="4599432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317736" y="480060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49824" y="4672584"/>
            <a:ext cx="37764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body language to support your speech.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9857232" y="1417320"/>
            <a:ext cx="1600200" cy="4526280"/>
          </a:xfrm>
          <a:prstGeom prst="roundRect">
            <a:avLst>
              <a:gd name="adj" fmla="val 6857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0" y="2487168"/>
            <a:ext cx="841248" cy="8412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96696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الدرس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02920" y="6510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 •  8 / 10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EAF7F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384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E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أسئلة ومناقشة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Thinking Discussion Questions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082528" y="411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82528" y="493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" y="1417320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01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490472"/>
            <a:ext cx="46908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listening carefully help you understand new words?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3232" y="2212848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01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286000"/>
            <a:ext cx="46908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important to describe objects clearly when speaking?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3232" y="3008376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01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081528"/>
            <a:ext cx="46908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strategies help you remember new vocabulary?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13232" y="3803904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0136" y="400507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877056"/>
            <a:ext cx="46908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working in pairs improve your speaking skills?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99632" y="1417320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1465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64224" y="1490472"/>
            <a:ext cx="46908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challenges do you face when listening to English?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99632" y="2212848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146536" y="241401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64224" y="2286000"/>
            <a:ext cx="46908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you use what you learned about objects in real life?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199632" y="3008376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146536" y="320954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64224" y="3081528"/>
            <a:ext cx="469087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new words did you find most interesting and why?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02920" y="6510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 •  9 / 10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EAF7F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114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384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E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الدرس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075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Key Takeaways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082528" y="411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82528" y="493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" y="1417320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01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490472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carefully helps identify and understand object names.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" y="2189988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0136" y="239115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263140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objects requires using adjectives and clear sentences.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3232" y="2962656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0136" y="316382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035808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and answering questions improves communication skills.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3232" y="3735324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0136" y="393649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808476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work encourages speaking practice and confidence.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3232" y="4507992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0136" y="470916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4581144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vocabulary includes common classroom and household objects.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13232" y="5280660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0136" y="548182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7824" y="5353812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strategies like focusing on keywords aid comprehension.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199632" y="1417320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146536" y="161848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64224" y="1490472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tips include clear pronunciation and taking turns.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99632" y="2189988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146536" y="2391156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64224" y="2263140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real objects and pictures supports learning.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199632" y="2962656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146536" y="3163824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64224" y="3035808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practice strengthens listening and speaking abilities.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199632" y="3735324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146536" y="3936492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64224" y="3808476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thinking questions help deepen language understanding.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199632" y="4507992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146536" y="4709160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64224" y="4581144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with classmates makes learning enjoyable.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199632" y="5280660"/>
            <a:ext cx="5257800" cy="662940"/>
          </a:xfrm>
          <a:prstGeom prst="roundRect">
            <a:avLst>
              <a:gd name="adj" fmla="val 827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1146536" y="5481828"/>
            <a:ext cx="100584" cy="100584"/>
          </a:xfrm>
          <a:prstGeom prst="ellipse">
            <a:avLst/>
          </a:prstGeom>
          <a:solidFill>
            <a:srgbClr val="0E7A5E"/>
          </a:solidFill>
          <a:ln w="12700">
            <a:solidFill>
              <a:srgbClr val="0E7A5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64224" y="5353812"/>
            <a:ext cx="4690872" cy="5532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skills in daily life enhances language use.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02920" y="65105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 •  10 / 10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EAF7F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حضّر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Listening and Discuss + Pair work</dc:title>
  <dc:subject>اللغة الإنجليزية</dc:subject>
  <dc:creator>حضّر</dc:creator>
  <cp:lastModifiedBy>حضّر</cp:lastModifiedBy>
  <cp:revision>1</cp:revision>
  <dcterms:created xsi:type="dcterms:W3CDTF">2026-07-21T07:24:16Z</dcterms:created>
  <dcterms:modified xsi:type="dcterms:W3CDTF">2026-07-21T07:24:16Z</dcterms:modified>
</cp:coreProperties>
</file>